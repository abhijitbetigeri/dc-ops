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02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DC-Ops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Data Center Operations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x Meta ExecuTorch Hackathon — June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AI-powered server rack inspection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entirely on Samsung Galaxy S25 Ultra — Snapdragon 8 Elite NPU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669280"/>
            <a:ext cx="2286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B69079DD-CE28-B527-62E8-3CD6FAFE99E8}"/>
              </a:ext>
            </a:extLst>
          </p:cNvPr>
          <p:cNvSpPr/>
          <p:nvPr/>
        </p:nvSpPr>
        <p:spPr>
          <a:xfrm>
            <a:off x="1977813" y="1417882"/>
            <a:ext cx="2468880" cy="2262293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8152883-9BA2-F228-1451-F77A80201E9F}"/>
              </a:ext>
            </a:extLst>
          </p:cNvPr>
          <p:cNvSpPr/>
          <p:nvPr/>
        </p:nvSpPr>
        <p:spPr>
          <a:xfrm>
            <a:off x="1977813" y="169220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48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A56FD45E-255A-79D8-C30F-7283A4C21AE9}"/>
              </a:ext>
            </a:extLst>
          </p:cNvPr>
          <p:cNvSpPr/>
          <p:nvPr/>
        </p:nvSpPr>
        <p:spPr>
          <a:xfrm>
            <a:off x="1977813" y="260660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racks built every week</a:t>
            </a:r>
            <a:endParaRPr lang="en-US" sz="16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561C431-E2C6-E40C-BC80-29047BA3DEFB}"/>
              </a:ext>
            </a:extLst>
          </p:cNvPr>
          <p:cNvSpPr/>
          <p:nvPr/>
        </p:nvSpPr>
        <p:spPr>
          <a:xfrm>
            <a:off x="2160693" y="315524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9676232-F7B7-E620-FBFD-052133C7BF04}"/>
              </a:ext>
            </a:extLst>
          </p:cNvPr>
          <p:cNvSpPr/>
          <p:nvPr/>
        </p:nvSpPr>
        <p:spPr>
          <a:xfrm>
            <a:off x="4721013" y="1417882"/>
            <a:ext cx="2468880" cy="2262293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0665ED2-0E3E-B574-C61C-424C2BECFB11}"/>
              </a:ext>
            </a:extLst>
          </p:cNvPr>
          <p:cNvSpPr/>
          <p:nvPr/>
        </p:nvSpPr>
        <p:spPr>
          <a:xfrm>
            <a:off x="4721013" y="169220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~4000+</a:t>
            </a:r>
            <a:endParaRPr lang="en-US" sz="44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3A8362A1-6BDF-E04B-BF20-B4F04DE24353}"/>
              </a:ext>
            </a:extLst>
          </p:cNvPr>
          <p:cNvSpPr/>
          <p:nvPr/>
        </p:nvSpPr>
        <p:spPr>
          <a:xfrm>
            <a:off x="4721013" y="260660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weekly volume over the next few years</a:t>
            </a:r>
            <a:endParaRPr lang="en-US" sz="16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F8B7F86D-BBD5-2C5C-5E67-8A35E35EA44F}"/>
              </a:ext>
            </a:extLst>
          </p:cNvPr>
          <p:cNvSpPr/>
          <p:nvPr/>
        </p:nvSpPr>
        <p:spPr>
          <a:xfrm>
            <a:off x="4903893" y="315524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6E0B059B-2FC4-9E2E-1974-3A711D8673D9}"/>
              </a:ext>
            </a:extLst>
          </p:cNvPr>
          <p:cNvSpPr/>
          <p:nvPr/>
        </p:nvSpPr>
        <p:spPr>
          <a:xfrm>
            <a:off x="7464213" y="1417882"/>
            <a:ext cx="2468880" cy="2262293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6369C0B-F204-D9B9-E573-3C644F0C7F9E}"/>
              </a:ext>
            </a:extLst>
          </p:cNvPr>
          <p:cNvSpPr/>
          <p:nvPr/>
        </p:nvSpPr>
        <p:spPr>
          <a:xfrm>
            <a:off x="7464213" y="169220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4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D9E8485E-9AAD-FC3E-D21A-540B469EA317}"/>
              </a:ext>
            </a:extLst>
          </p:cNvPr>
          <p:cNvSpPr/>
          <p:nvPr/>
        </p:nvSpPr>
        <p:spPr>
          <a:xfrm>
            <a:off x="7464213" y="272344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racks are installed incorrectly the first time they are built</a:t>
            </a:r>
            <a:endParaRPr lang="en-US" sz="16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48A461DA-BE4A-07DE-EF2F-9A909EA2820A}"/>
              </a:ext>
            </a:extLst>
          </p:cNvPr>
          <p:cNvSpPr/>
          <p:nvPr/>
        </p:nvSpPr>
        <p:spPr>
          <a:xfrm>
            <a:off x="7647093" y="315524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458A3A-B61E-EFD6-FBA5-67C726C59C7F}"/>
              </a:ext>
            </a:extLst>
          </p:cNvPr>
          <p:cNvSpPr txBox="1"/>
          <p:nvPr/>
        </p:nvSpPr>
        <p:spPr>
          <a:xfrm>
            <a:off x="2297854" y="4079938"/>
            <a:ext cx="2926079" cy="2126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4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Cables in the wrong place</a:t>
            </a:r>
          </a:p>
          <a:p>
            <a:pPr marL="0" marR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 rack is a dense mesh of cables linking trays, assembled at volume by labor crews constantly cross-referencing a paper assembly guide — slow and error-prone.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7EA75A5-6828-6CFB-0900-B9BBAF05F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973" y="3954495"/>
            <a:ext cx="4014329" cy="2377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your phone at any server rack.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every component in real-time.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processing happens on-device — zero cloud.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29184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Component Classes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trays, ports, LEDs, cables, fans, drives, PSUs, DPUs, and more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291840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Overlay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any detection → specs, troubleshooting, LED meanings, maintenance steps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2743200"/>
            <a:ext cx="3291840" cy="5486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vs NPU Toggle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comparison: XNNPACK (CPU) ↔ QNN HTP (Snapdragon NPU) with FPS/latency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ON-DEVICE?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Latency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round-trip — inference directly on Hexagon NPU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air-gapped rooms with zero connectivity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bytes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numbers and infra data never leave the 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4-5x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9611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Efficient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vs CPU — longer battery life for extended inspections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(CameraX 30fps)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(INT8 Quantized)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39496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(Snapdragon NPU)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DC Classes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(Polygon Overlay)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20040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3246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Overlay: CLIP ViT-B-32 → FAISS (160KB) → Specs, Troubleshooting, LED Meanings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FF5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NVL72 Rack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(Three.js Interactive)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App → ExecuTorch Runtime → QAIRT SDK → Snapdragon NPU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(NPU)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RetinaNet-ResNet50-FPN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HTP, INT8, 36MB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(CPU)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 v3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XNNPACK, FP32, 13MB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ViT-B-32 + FAISS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160KB index, on-device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ExecuTorch 1.4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971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backend for SM8750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CameraX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ExecuTorch AAR (3.4MB)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S25 Ultra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4160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Elite, Hexagon v79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Visualization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NVL72 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4754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rack explorer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2,036 human-labeled images from 4 Roboflow datasets (CC BY 4.0)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1,293 imgs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classes (CPU, DIMM, fans, PSUs, drives)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0" y="196596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0" y="1965960"/>
            <a:ext cx="1170432" cy="1828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 imgs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classes (HDMI, RJ45, USB-A, USB-C)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278892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0" y="2788920"/>
            <a:ext cx="292608" cy="1828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(ym)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imgs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classes (DP, ethernet, power, USB)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361188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0" y="3611880"/>
            <a:ext cx="128016" cy="1828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imgs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classes (SFP, XFP, patch panels)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443484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0" y="4434840"/>
            <a:ext cx="54864" cy="1828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source classes → mapped to 16 DC-Ops classes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Augmentations: Moiré patterns, screen glare, brightness variation, color tint, scanlines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0.749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(box)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 v3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Loss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 (moiré aug)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6.4ms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frame on T4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tray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shelf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indicator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bay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manifold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KNOWLEDGE OVERLAY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Embed → Retrieve → Display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TRAY                           92%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2x Grace CPU, 4x B200 GPU, 192GB HBM3e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 Green LED = healthy and operational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 Amber LED = check BMC log, verify coolant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 Red LED = critical hardware failure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Maintenance: check cold plate contact,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verify NVLink connector seating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80 knowledge chunks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514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CLIP ViT-B-32 embeddings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FAISS vector index (160KB)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NVL72-specific documentation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All on-device, zero cloud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vs NPU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4241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XNNPACK (CPU)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 (NPU)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19072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719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17190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249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2494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79776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779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779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7797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310128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310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Latency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310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~15-30ms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310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~3-5ms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FPS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~30-60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370832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drain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4370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4-5x efficient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4901184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49011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9011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Kryo cores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0" y="49011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HTP v79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Port Classification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'network port' into HDMI, USB-A, USB-C, RJ45, SFP individually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State Detection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LED colors (green/amber/red) and blink patterns for health scoring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LLM 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3.2 1B via ExecuTorch for natural language troubleshooting Q&amp;A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794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+ Reporting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of all inspections, exportable via secure channel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663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Multi-Rack Mapping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depth estimation + detection for spatial rack layout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DC-OPS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Data Center Operations Assistant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4241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github.com/abhijitbetigeri/DC-Ops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huggingface.co/datasets/abhijitbetigeri/dc-ops-dataset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RetinaNet QNN HTP (.pte) + YOLOv8n-seg (.pte) + RAG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ExecuTorch + Qualcomm QNN HTP + Snapdragon 8 Elite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802</Words>
  <Application>Microsoft Macintosh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Siddarth Kolla</cp:lastModifiedBy>
  <cp:revision>2</cp:revision>
  <dcterms:created xsi:type="dcterms:W3CDTF">2026-06-28T17:58:19Z</dcterms:created>
  <dcterms:modified xsi:type="dcterms:W3CDTF">2026-06-28T18:12:00Z</dcterms:modified>
</cp:coreProperties>
</file>