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DC-OPS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Data Center Operations Assistant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Qualcomm x Meta ExecuTorch Hackathon — June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AI-powered server rack inspection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entirely on Samsung Galaxy S25 Ultra — Snapdragon 8 Elite NPU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5669280"/>
            <a:ext cx="2286000" cy="54864"/>
          </a:xfrm>
          <a:prstGeom prst="rect">
            <a:avLst/>
          </a:prstGeom>
          <a:solidFill>
            <a:srgbClr val="00E67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737360" y="1417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Environments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3736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prohibit cloud connectivity in server rooms — no API calls possible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60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73736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Manual Inspection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3736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Technicians walk aisles checking thousands of LEDs, ports, and cables by eye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56616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57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🔐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737360" y="3611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Infrastructure Data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3736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numbers, rack topology, and server status are classified information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66344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54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📶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737360" y="4709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Connectivity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connected DCs have dead zones between rack rows — WiFi is unreliable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your phone at any server rack.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identifies every component in real-time.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processing happens on-device — zero cloud.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2743200"/>
            <a:ext cx="3291840" cy="54864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Component Classes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trays, ports, LEDs, cables, fans, drives, PSUs, DPUs, and more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27432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4389120" y="2743200"/>
            <a:ext cx="3291840" cy="54864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Knowledge Overlay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36576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any detection → specs, troubleshooting, LED meanings, maintenance steps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7432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0" y="2743200"/>
            <a:ext cx="329184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vs NPU Toggle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comparison: XNNPACK (CPU) ↔ QNN HTP (Snapdragon NPU) with FPS/latency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ON-DEVICE?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0ms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Latency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round-trip — inference directly on Hexagon NPU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37160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45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474720" y="2560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0" y="310896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air-gapped rooms with zero connectivity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645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bytes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217920" y="2560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Leaked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310896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numbers and infra data never leave the device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0" y="137160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1645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4-5x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8961120" y="2560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Efficient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0" y="310896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NPU vs CPU — longer battery life for extended inspections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(CameraX 30fps)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65176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49E"/>
                </a:solidFill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926080" y="164592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25400">
            <a:solidFill>
              <a:srgbClr val="00E6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RetinaNet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(INT8 Quantized)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49E"/>
                </a:solidFill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394960" y="164592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QNN HTP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(Snapdragon NPU)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49E"/>
                </a:solidFill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863840" y="164592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25400">
            <a:solidFill>
              <a:srgbClr val="E040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DC Classes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(Polygon Overlay)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32004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0" y="32461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Knowledge Overlay: CLIP ViT-B-32 → FAISS (160KB) → Specs, Troubleshooting, LED Meanings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4612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NVL72 Rack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(Three.js Interactive)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App → ExecuTorch Runtime → QAIRT SDK → Snapdragon NPU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4241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(NPU)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0" y="11887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RetinaNet-ResNet50-FPN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11887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QNN HTP, INT8, 36MB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1042416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83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(CPU)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17830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YOLOv8n-seg v3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XNNPACK, FP32, 13MB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377440"/>
            <a:ext cx="104241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3774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Retrieval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 ViT-B-32 + FAISS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0" y="2377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160KB index, on-device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2971800"/>
            <a:ext cx="1042416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9718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ExecuTorch 1.4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0" y="29718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QNN backend for SM8750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104241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566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Kotlin + CameraX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0" y="35661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ExecuTorch AAR (3.4MB)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160520"/>
            <a:ext cx="1042416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1605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0" y="4160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Galaxy S25 Ultra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8080" y="41605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Snapdragon 8 Elite, Hexagon v79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4754880"/>
            <a:ext cx="104241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754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Visualization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57600" y="47548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NVL72 Model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98080" y="47548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rack explorer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TRAINING PIPELINE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2,036 human-labeled images from 4 Roboflow datasets (CC BY 4.0)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Vision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18288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1,293 imgs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89120" y="1828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classes (CPU, DIMM, fans, PSUs, drives)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0" y="1965960"/>
            <a:ext cx="1828800" cy="1828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0" y="1965960"/>
            <a:ext cx="1170432" cy="1828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Ports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17520" y="2651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327 imgs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classes (HDMI, RJ45, USB-A, USB-C)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0" y="2788920"/>
            <a:ext cx="1828800" cy="1828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0" y="2788920"/>
            <a:ext cx="292608" cy="1828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Ports (ym)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17520" y="3474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 imgs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89120" y="3474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classes (DP, ethernet, power, USB)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0" y="3611880"/>
            <a:ext cx="1828800" cy="1828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0" y="3611880"/>
            <a:ext cx="128016" cy="1828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2976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Detection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017520" y="42976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imgs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389120" y="4297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classes (SFP, XFP, patch panels)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0" y="4434840"/>
            <a:ext cx="1828800" cy="1828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9144000" y="4434840"/>
            <a:ext cx="54864" cy="1828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5720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source classes → mapped to 16 DC-Ops classes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Augmentations: Moiré patterns, screen glare, brightness variation, color tint, scanlines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0.749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mAP50 (box)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YOLOv8n-seg v3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18872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1280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0.85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8912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Loss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8912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RetinaNet (moiré aug)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18872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280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6.4ms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04672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4672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frame on T4 GPU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tray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32004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3703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703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shelf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4206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4709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indicator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74720" y="4709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rack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961120" y="32004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0.683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3703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bay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61120" y="3703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DPU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961120" y="4206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4709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 manifold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61120" y="4709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0:00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011680" y="11887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phone at server rack / mini PC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01168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colored polygon overlays appear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05740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05740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1:00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0" y="2057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detected component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011680" y="2423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info panel: specs, troubleshooting, LED meanings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92608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2:00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11680" y="29260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CPU ↔ NPU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FPS/latency comparison on screen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794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9476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011680" y="37947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airplane mode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01168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still works — fully offline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6634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00E67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663440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4:00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011680" y="4663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rack explorer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011680" y="5029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NVL72 model with component details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RETINANET IN ACTION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detections on a Raspberry Pi &amp; USB hub — mirrors our physical demo prop</a:t>
            </a:r>
            <a:endParaRPr lang="en-US" sz="1500" dirty="0"/>
          </a:p>
        </p:txBody>
      </p:sp>
      <p:pic>
        <p:nvPicPr>
          <p:cNvPr id="4" name="Image 0" descr="/Users/abhijitbetigeri/projects/DC-Ops/data/retinanet_demo/det_pc_ports_valid_20230515_21442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45920"/>
            <a:ext cx="5120640" cy="3840480"/>
          </a:xfrm>
          <a:prstGeom prst="rect">
            <a:avLst/>
          </a:prstGeom>
        </p:spPr>
      </p:pic>
      <p:pic>
        <p:nvPicPr>
          <p:cNvPr id="5" name="Image 1" descr="/Users/abhijitbetigeri/projects/DC-Ops/data/retinanet_demo/det_pc_ports_valid_20230515_21262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645920"/>
            <a:ext cx="5120640" cy="3840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31520" y="5577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USB + RJ45 ports detected as 'network port' — fully on-device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 KNOWLEDGE OVERLAY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→ Embed → Retrieve → Display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71600" y="1828800"/>
            <a:ext cx="5029200" cy="3200400"/>
          </a:xfrm>
          <a:prstGeom prst="roundRect">
            <a:avLst>
              <a:gd name="adj" fmla="val 4286"/>
            </a:avLst>
          </a:prstGeom>
          <a:solidFill>
            <a:srgbClr val="161B22"/>
          </a:solidFill>
          <a:ln w="25400">
            <a:solidFill>
              <a:srgbClr val="00E6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19202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TRAY                           92%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246888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⚙️  2x Grace CPU, 4x B200 GPU, 192GB HBM3e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🟢  Green LED = healthy and operational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🟡  Amber LED = check BMC log, verify coolant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🔴  Red LED = critical hardware failure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 Maintenance: check cold plate contact,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verify NVLink connector seating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80 knowledge chunks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0" y="2514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CLIP ViT-B-32 embeddings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3017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FAISS vector index (160KB)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35204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NVL72-specific documentation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4023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All on-device, zero cloud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CPU vs NPU COMPARISON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42416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0" y="11887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XNNPACK (CPU)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11887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QNN HTP (NPU)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719072"/>
            <a:ext cx="1042416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1907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0" y="171907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YOLOv8n-seg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0" y="171907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RetinaNet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249424"/>
            <a:ext cx="104241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249424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2249424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0" y="2249424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MB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2779776"/>
            <a:ext cx="1042416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779776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2779776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FP32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0" y="2779776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310128"/>
            <a:ext cx="104241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310128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Est. Latency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0" y="3310128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~15-30ms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0" y="331012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~3-5ms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3840480"/>
            <a:ext cx="1042416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84048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Est. FPS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384048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~30-60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0" y="38404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~100+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31520" y="4370832"/>
            <a:ext cx="104241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37083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114800" y="437083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drain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15200" y="43708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4-5x efficient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31520" y="4901184"/>
            <a:ext cx="1042416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901184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114800" y="4901184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 Kryo cores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315200" y="4901184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 HTP v79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18872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Port Classification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'network port' into HDMI, USB-A, USB-C, RJ45, SFP individually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05740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State Detection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LED colors (green/amber/red) and blink patterns for health scoring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97180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9260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LLM Integration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3337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3.2 1B via ExecuTorch for natural language troubleshooting Q&amp;A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947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 + Reporting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database of all inspections, exportable via secure channel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54864" cy="6400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663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Multi-Rack Mapping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5074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depth estimation + detection for spatial rack layout understanding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DC-OPS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Data Center Operations Assistant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0424160" cy="18288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01752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github.com/abhijitbetigeri/DC-Ops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01752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huggingface.co/datasets/abhijitbetigeri/dc-ops-dataset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RetinaNet QNN HTP (.pte) + YOLOv8n-seg (.pte) + RAG index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ExecuTorch + Qualcomm QNN HTP + Snapdragon 8 Elite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029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E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you!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2026-06-28T18:17:47Z</dcterms:created>
  <dcterms:modified xsi:type="dcterms:W3CDTF">2026-06-28T18:17:47Z</dcterms:modified>
</cp:coreProperties>
</file>